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4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55A70F-4F50-4F37-B241-997EB5C9A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C3FDC07-D24F-4FA1-84E0-D5B66AC3FC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4D353E-4217-4342-A3E7-4BF057FA7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5358-13CE-4FC8-8BD2-8FF4CC6CFEB0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E5A282-115B-4B6D-AE78-69037110A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564B6C-50B3-4234-B295-4A1EC3BA0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6B5D-6CA5-429E-A31A-3FF060475F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83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015A92-FF3B-407B-8122-780A3E5E9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0D68A0-65ED-45FC-99BE-418FE3E63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9274A7-156D-44F7-9CD6-C90F061FB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5358-13CE-4FC8-8BD2-8FF4CC6CFEB0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FDEF56-C53E-45B3-8AF0-8E0312F54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5C74F4-AC0B-4536-BD35-4D9E3BB6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6B5D-6CA5-429E-A31A-3FF060475F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124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9A72E0-87AD-4377-9F6D-BE871EDA4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FF9B3D-78B4-4B2E-B746-6DB64973E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4D2765-4178-40D8-BDCF-AF14EC18D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5358-13CE-4FC8-8BD2-8FF4CC6CFEB0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C38DEA-DBDE-40F8-85A2-26E5E4321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D1947F-565A-4B35-AE4F-8EC2C72E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6B5D-6CA5-429E-A31A-3FF060475F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920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5191FB-89D1-4629-B71E-5B3273C6D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6A1799-8D85-4625-9F3E-B3287DFCF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B73E161-59F7-423F-AA05-D8B7690DD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A1B75F8-7710-4F6E-9502-2728417DA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5358-13CE-4FC8-8BD2-8FF4CC6CFEB0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640EDB2-36FB-4814-A239-61750DD42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C6944E3-3271-45FD-8F97-2403DB92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6B5D-6CA5-429E-A31A-3FF060475F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86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2F39DB-B0BD-494B-AAE3-A253E0417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DDB28D1-FB77-439E-AFA2-75DDF3B69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465376-7515-40C7-A29A-1CA898C0C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6C87A15-B4F4-4211-8A7A-4288FF1AB1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0E002AC-129B-4FD6-A076-9032EFC88D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CAD2CDC-8C8F-42FD-82A1-1DE564CC0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5358-13CE-4FC8-8BD2-8FF4CC6CFEB0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71B729B-3532-465A-804F-5FB74A3CA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817C34-D814-4BCC-8FD5-D5F20CB0A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6B5D-6CA5-429E-A31A-3FF060475F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92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53D709-DABB-4607-8165-DDCA86923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046FE62-09AD-4D78-A019-5F205BE1E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5358-13CE-4FC8-8BD2-8FF4CC6CFEB0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16748D1-F658-4FAE-BA81-3E86A83D9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926EF9B-2AD8-472E-8041-961719823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6B5D-6CA5-429E-A31A-3FF060475F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521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05AE085-F02D-43F0-BED6-B8DF92471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5358-13CE-4FC8-8BD2-8FF4CC6CFEB0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CDC6056-6E4A-4A52-AF03-7A75F183A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13BFFF-BF51-4FBE-ABCF-053DBC8AC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6B5D-6CA5-429E-A31A-3FF060475F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270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49BB10-6DCE-459B-A9BB-E03784CF5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12294E-56EF-4AA1-A923-211B86047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FDFC2CA-1BB1-4E1F-9748-7BF92685E4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3A725AA-9075-4E1B-91A4-6DDFFD022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5358-13CE-4FC8-8BD2-8FF4CC6CFEB0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6384BDC-B56F-4C93-BF69-78CBCDAA3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6B2E94-D8CD-40D2-A2DC-C7CAD80B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6B5D-6CA5-429E-A31A-3FF060475F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590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6B4A0E-7607-4304-8849-BC731182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65F071B-95D5-47EF-92CB-11659F3952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5C97422-C626-483C-BD45-BA9C95C52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BC6806-D3B6-4778-8702-C5A7A9A5E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5358-13CE-4FC8-8BD2-8FF4CC6CFEB0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A35FFE-751B-4610-B053-DE1FB2D8E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845F172-874A-4904-B0CB-72334FBA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6B5D-6CA5-429E-A31A-3FF060475F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94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9A6BEC-38E0-4255-87A0-912FAF5AB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3D66A2E-251D-4B0E-B178-231EBADBA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4013B9-1FBF-4EB0-BA3B-728C286A5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5358-13CE-4FC8-8BD2-8FF4CC6CFEB0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EF1D11-AC7B-4F1B-999D-83ABC4413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8935F8-1BF7-4495-9C09-68AD191FF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6B5D-6CA5-429E-A31A-3FF060475F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9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4F601D0-9B45-464A-B110-51F806BAEC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5971DC0-4D17-4F1B-86B9-8298964BB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2920C2-4FC5-4914-8111-1B44552A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5358-13CE-4FC8-8BD2-8FF4CC6CFEB0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2BBCE8-ED74-4676-96E4-739D17895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2FD3EC-FF9E-4B6E-872D-36AC9CF05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6B5D-6CA5-429E-A31A-3FF060475F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6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8603FA8-E772-45E0-AB4A-421A9B868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EDA6DA-9BFF-4F00-B8A7-34CF92BB2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CB52E6-E76C-43CF-A25E-C4D371BAC2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55358-13CE-4FC8-8BD2-8FF4CC6CFEB0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ECBE8CE-958D-4EF3-A592-E8F978850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D20063-9717-46DE-A006-B86D7FAB2A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76B5D-6CA5-429E-A31A-3FF060475F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24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BF7C22AF-C5C7-47A5-AF49-B3515EA2F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786" y="1571390"/>
            <a:ext cx="7941608" cy="479098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1A7C9A0-DCA1-4447-91B0-F73598CF4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KerML support status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B9F00B2-4A8E-4934-9C3B-27CF7EAAE15A}"/>
              </a:ext>
            </a:extLst>
          </p:cNvPr>
          <p:cNvSpPr/>
          <p:nvPr/>
        </p:nvSpPr>
        <p:spPr>
          <a:xfrm>
            <a:off x="3988841" y="1515140"/>
            <a:ext cx="4577316" cy="2317392"/>
          </a:xfrm>
          <a:prstGeom prst="rect">
            <a:avLst/>
          </a:prstGeom>
          <a:solidFill>
            <a:srgbClr val="70AD47">
              <a:alpha val="20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48B3A39-0B6F-4756-B5C9-9F274FD37063}"/>
              </a:ext>
            </a:extLst>
          </p:cNvPr>
          <p:cNvSpPr/>
          <p:nvPr/>
        </p:nvSpPr>
        <p:spPr>
          <a:xfrm>
            <a:off x="3999763" y="5205934"/>
            <a:ext cx="6190630" cy="748189"/>
          </a:xfrm>
          <a:prstGeom prst="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69DA9CB-EF06-4EE6-95F5-9025964CBA88}"/>
              </a:ext>
            </a:extLst>
          </p:cNvPr>
          <p:cNvSpPr/>
          <p:nvPr/>
        </p:nvSpPr>
        <p:spPr>
          <a:xfrm>
            <a:off x="6174858" y="3832531"/>
            <a:ext cx="790264" cy="473657"/>
          </a:xfrm>
          <a:prstGeom prst="rect">
            <a:avLst/>
          </a:prstGeom>
          <a:solidFill>
            <a:srgbClr val="70AD47">
              <a:alpha val="20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AE64A1F-30DF-4E42-8476-1A01BD194ECA}"/>
              </a:ext>
            </a:extLst>
          </p:cNvPr>
          <p:cNvSpPr/>
          <p:nvPr/>
        </p:nvSpPr>
        <p:spPr>
          <a:xfrm>
            <a:off x="6965122" y="3918809"/>
            <a:ext cx="790264" cy="577371"/>
          </a:xfrm>
          <a:prstGeom prst="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BC8ED4B-5899-3848-B029-5634DFAF3366}"/>
              </a:ext>
            </a:extLst>
          </p:cNvPr>
          <p:cNvSpPr txBox="1"/>
          <p:nvPr/>
        </p:nvSpPr>
        <p:spPr>
          <a:xfrm>
            <a:off x="10190393" y="5377111"/>
            <a:ext cx="17894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dirty="0" err="1"/>
              <a:t>Semantics</a:t>
            </a:r>
            <a:r>
              <a:rPr lang="de-DE" sz="1200" b="1" dirty="0"/>
              <a:t> </a:t>
            </a:r>
            <a:r>
              <a:rPr lang="de-DE" sz="1200" b="1" dirty="0" err="1"/>
              <a:t>for</a:t>
            </a:r>
            <a:r>
              <a:rPr lang="de-DE" sz="1200" b="1" dirty="0"/>
              <a:t> </a:t>
            </a:r>
            <a:r>
              <a:rPr lang="de-DE" sz="1200" b="1" dirty="0" err="1"/>
              <a:t>constraints</a:t>
            </a:r>
            <a:endParaRPr lang="de-DE" sz="1200" b="1" dirty="0"/>
          </a:p>
          <a:p>
            <a:r>
              <a:rPr lang="de-DE" sz="1200" b="1" dirty="0" err="1"/>
              <a:t>propagation</a:t>
            </a:r>
            <a:r>
              <a:rPr lang="de-DE" sz="1200" b="1" dirty="0"/>
              <a:t> 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35B8A5F-9238-9745-AECA-661DB04D1C92}"/>
              </a:ext>
            </a:extLst>
          </p:cNvPr>
          <p:cNvSpPr txBox="1"/>
          <p:nvPr/>
        </p:nvSpPr>
        <p:spPr>
          <a:xfrm>
            <a:off x="10190392" y="5100111"/>
            <a:ext cx="16449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(</a:t>
            </a:r>
            <a:r>
              <a:rPr lang="de-DE" sz="1200" dirty="0" err="1"/>
              <a:t>Names</a:t>
            </a:r>
            <a:r>
              <a:rPr lang="de-DE" sz="1200" dirty="0"/>
              <a:t> not </a:t>
            </a:r>
            <a:r>
              <a:rPr lang="de-DE" sz="1200" dirty="0" err="1"/>
              <a:t>matching</a:t>
            </a:r>
            <a:r>
              <a:rPr lang="de-DE" sz="1200" dirty="0"/>
              <a:t>) 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1F9477F-C5B2-1C9D-D528-35871CEF92DE}"/>
              </a:ext>
            </a:extLst>
          </p:cNvPr>
          <p:cNvSpPr/>
          <p:nvPr/>
        </p:nvSpPr>
        <p:spPr>
          <a:xfrm>
            <a:off x="2623929" y="3338621"/>
            <a:ext cx="1364911" cy="493909"/>
          </a:xfrm>
          <a:prstGeom prst="rect">
            <a:avLst/>
          </a:prstGeom>
          <a:solidFill>
            <a:srgbClr val="70AD47">
              <a:alpha val="20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2776C06-3A7B-6941-6D1F-E613BAF50CBD}"/>
              </a:ext>
            </a:extLst>
          </p:cNvPr>
          <p:cNvSpPr/>
          <p:nvPr/>
        </p:nvSpPr>
        <p:spPr>
          <a:xfrm>
            <a:off x="8463516" y="3832530"/>
            <a:ext cx="790264" cy="473657"/>
          </a:xfrm>
          <a:prstGeom prst="rect">
            <a:avLst/>
          </a:prstGeom>
          <a:solidFill>
            <a:srgbClr val="70AD47">
              <a:alpha val="20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2B07702-35EB-6124-31D8-1922E5BF3DF7}"/>
              </a:ext>
            </a:extLst>
          </p:cNvPr>
          <p:cNvSpPr/>
          <p:nvPr/>
        </p:nvSpPr>
        <p:spPr>
          <a:xfrm>
            <a:off x="2248786" y="3832530"/>
            <a:ext cx="3552929" cy="1325563"/>
          </a:xfrm>
          <a:prstGeom prst="rect">
            <a:avLst/>
          </a:prstGeom>
          <a:solidFill>
            <a:srgbClr val="70AD47">
              <a:alpha val="20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70BD0A5-A259-325C-7C3E-9A56C9284179}"/>
              </a:ext>
            </a:extLst>
          </p:cNvPr>
          <p:cNvSpPr/>
          <p:nvPr/>
        </p:nvSpPr>
        <p:spPr>
          <a:xfrm>
            <a:off x="9253780" y="3880372"/>
            <a:ext cx="936613" cy="577371"/>
          </a:xfrm>
          <a:prstGeom prst="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2669D7E-5305-B4D3-F2DD-5094ADD6CE90}"/>
              </a:ext>
            </a:extLst>
          </p:cNvPr>
          <p:cNvSpPr/>
          <p:nvPr/>
        </p:nvSpPr>
        <p:spPr>
          <a:xfrm>
            <a:off x="6051883" y="4457744"/>
            <a:ext cx="4138507" cy="748189"/>
          </a:xfrm>
          <a:prstGeom prst="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8942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Breitbild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KerML support status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ms001353@mslic.uni-kl.de</dc:creator>
  <cp:lastModifiedBy>ms001353@mslic.uni-kl.de</cp:lastModifiedBy>
  <cp:revision>33</cp:revision>
  <dcterms:created xsi:type="dcterms:W3CDTF">2022-02-21T09:58:06Z</dcterms:created>
  <dcterms:modified xsi:type="dcterms:W3CDTF">2024-11-03T00:02:29Z</dcterms:modified>
</cp:coreProperties>
</file>