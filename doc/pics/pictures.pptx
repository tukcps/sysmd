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32"/>
    <p:restoredTop sz="94638"/>
  </p:normalViewPr>
  <p:slideViewPr>
    <p:cSldViewPr snapToGrid="0">
      <p:cViewPr>
        <p:scale>
          <a:sx n="107" d="100"/>
          <a:sy n="107" d="100"/>
        </p:scale>
        <p:origin x="-52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56F53D-0DE0-EC11-3DF0-0AE934732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39CAE00-50FE-0F6A-C4E6-4A5EDC0CC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AB8A8B-EDAB-6DBB-DF0B-44E623CE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7378B6-B82B-6B60-3859-B1B5E51F1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853268-BFA1-25EB-DB56-4F3F4EC1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0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3C0CF2-71BC-8CD6-47BF-D85D95D2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ED0520-26D0-12B8-B0CD-9DF854147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606BB5-923C-64B0-9BCD-86EDA704B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283251-1B7B-8EA1-416E-3D4D47CD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0BE45A-1C9C-AAE5-D00D-97B0EED5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2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E5C105-8AD0-4B90-7C93-CBF34E92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8E3B59-2994-31AC-25B8-F5D43F9A1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AE095B-5DBE-8C4C-6265-B004E4F5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25849F-C4BA-7650-740B-B1C1FC1C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D50296-E37A-F276-07C7-FD8BB819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13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700FCB-408E-72CE-37BB-229C73B60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B737C4-FC7A-E128-755A-4B8A6ADDF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D186B7-789D-9D7F-4766-E7B4DBB1A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99CD48-AC88-A396-583B-7D3FA486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374327-DEDE-D1C8-23C8-FC53E7E3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48DC3B-053E-9B7E-CFCF-5BE9B568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7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5BA0DD-225E-5D96-65D3-87F79BDA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9B6E23-9029-D036-0CCC-30CDB2DE0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A875F5-7862-335F-D84C-DDFF82FC4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93908FF-1C8C-CF57-9BDB-F1438B42E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143908-B575-DF22-9563-0354BB4F7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12F3E2-CE95-12FC-35FB-96C388AB0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1D725C8-64A9-2E40-E5A7-7A4F3D87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EC801AF-451A-45D5-073C-1B3D18B3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D9E1EF-6D57-242F-AFE2-A7FD7FB8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9C26E9-C78D-0F0B-F4B9-96DB7B21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354267-C445-5D09-9564-81D3662A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9F715E-5FF3-AF6A-B22E-47833B59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6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1F0BD6-4EC0-EB03-CC24-F056D6A6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B2F257-FDFA-4D2D-197E-CCF64013A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F033BD-D4BD-7D57-1CE5-5FD2C774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F3EE31-881B-5E84-CA3E-345BF6DC1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633429-2FC1-70EF-ACAA-9E0D1E7A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9AC36E-D50A-D3B8-A3B7-D2F223B0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677D26-CE29-9908-57E8-F796B44BB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7CEFA0-6D58-04EA-4B35-05E0501E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574BF0-1D06-C55A-5BAC-27CA767E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A872D-27E6-1403-6C53-3548A16C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58743A6-69B1-06B8-D300-90B475CF1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FFD208-9235-F513-E924-410D84E74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86593E-1B0D-9F64-86E0-59A6EECF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D0FBAC-478D-B0A3-DEAD-73E24C4F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40CB97-72B0-47A9-D02C-C6EF5E01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1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E30F1-B185-BBDF-2F15-1448A764C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498C09-4C28-AD38-636C-17577D842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24BA54-2EC2-89AD-33F6-39BEF265C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D7FE4D-9AD8-A691-026D-DC68087B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40C10D-55BB-CEF2-5D05-F14987097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DBD5CF5-3CE8-8BE7-00A9-1ADAF58E4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2F640C-C330-15D7-9863-9007FBD34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AFC0DC-114A-033A-CCD1-E49DBC2C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70268A-CB22-8528-65E4-3A019CD5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46439D-4FD1-A8D1-E27F-791B6A04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9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75EB3DD-6518-2090-FE64-5B195D571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DF6BC4-1C52-3E05-E887-B1AC42FA3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27864F-D043-85C2-8E54-38229B224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E083F-D37C-5549-BCAA-3795BF6C1915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C056E7-A7F7-8E1D-575A-B7A527A20F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F3D61E-412E-5017-2B6C-C4FC9D37F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308C7-7F37-8F4F-A1B4-C7FA536F528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76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CB294D9F-6225-3551-670D-05E6347A3CEB}"/>
              </a:ext>
            </a:extLst>
          </p:cNvPr>
          <p:cNvGrpSpPr/>
          <p:nvPr/>
        </p:nvGrpSpPr>
        <p:grpSpPr>
          <a:xfrm>
            <a:off x="2211978" y="385762"/>
            <a:ext cx="8386353" cy="5743575"/>
            <a:chOff x="2211978" y="385762"/>
            <a:chExt cx="8386353" cy="5743575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330C3BB1-F3EB-AA50-DC4C-E86E9643F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06"/>
            <a:stretch/>
          </p:blipFill>
          <p:spPr>
            <a:xfrm>
              <a:off x="4963886" y="385762"/>
              <a:ext cx="2363607" cy="57405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</p:pic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00D5FABA-B271-F94D-53C5-FDFE2A1475FE}"/>
                </a:ext>
              </a:extLst>
            </p:cNvPr>
            <p:cNvSpPr/>
            <p:nvPr/>
          </p:nvSpPr>
          <p:spPr>
            <a:xfrm>
              <a:off x="4963886" y="5886994"/>
              <a:ext cx="2363607" cy="242343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" name="Gerade Verbindung 6">
              <a:extLst>
                <a:ext uri="{FF2B5EF4-FFF2-40B4-BE49-F238E27FC236}">
                  <a16:creationId xmlns:a16="http://schemas.microsoft.com/office/drawing/2014/main" id="{2BAB0789-054A-5BCA-2CC6-1C0F9DA24EF6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 flipV="1">
              <a:off x="4267200" y="6008165"/>
              <a:ext cx="696686" cy="1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E0724A0-6F8F-E834-74E5-436334574AD3}"/>
                </a:ext>
              </a:extLst>
            </p:cNvPr>
            <p:cNvSpPr/>
            <p:nvPr/>
          </p:nvSpPr>
          <p:spPr>
            <a:xfrm>
              <a:off x="6766560" y="5329645"/>
              <a:ext cx="496388" cy="487680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Gerade Verbindung 8">
              <a:extLst>
                <a:ext uri="{FF2B5EF4-FFF2-40B4-BE49-F238E27FC236}">
                  <a16:creationId xmlns:a16="http://schemas.microsoft.com/office/drawing/2014/main" id="{0758FFEA-69AA-7C73-A1DF-615FBB9F4F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2948" y="5573485"/>
              <a:ext cx="844732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9BDC90DA-54F0-84C2-06CF-EDB4CE6B4EFA}"/>
                </a:ext>
              </a:extLst>
            </p:cNvPr>
            <p:cNvSpPr txBox="1"/>
            <p:nvPr/>
          </p:nvSpPr>
          <p:spPr>
            <a:xfrm>
              <a:off x="2211978" y="5390603"/>
              <a:ext cx="2370329" cy="64633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Text field for choosing </a:t>
              </a:r>
              <a:br>
                <a:rPr lang="en-US" dirty="0">
                  <a:solidFill>
                    <a:schemeClr val="accent1"/>
                  </a:solidFill>
                </a:rPr>
              </a:br>
              <a:r>
                <a:rPr lang="en-US" dirty="0">
                  <a:solidFill>
                    <a:schemeClr val="accent1"/>
                  </a:solidFill>
                </a:rPr>
                <a:t>folder with projects.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C117B610-0CD6-9EEC-9EBB-27C09C3C7E5B}"/>
                </a:ext>
              </a:extLst>
            </p:cNvPr>
            <p:cNvSpPr txBox="1"/>
            <p:nvPr/>
          </p:nvSpPr>
          <p:spPr>
            <a:xfrm>
              <a:off x="8024949" y="5231959"/>
              <a:ext cx="2573382" cy="3693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Create  a new project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E57E62C-1399-D660-773F-B759E980F403}"/>
                </a:ext>
              </a:extLst>
            </p:cNvPr>
            <p:cNvSpPr/>
            <p:nvPr/>
          </p:nvSpPr>
          <p:spPr>
            <a:xfrm>
              <a:off x="7001692" y="2177139"/>
              <a:ext cx="300723" cy="29609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Gerade Verbindung 14">
              <a:extLst>
                <a:ext uri="{FF2B5EF4-FFF2-40B4-BE49-F238E27FC236}">
                  <a16:creationId xmlns:a16="http://schemas.microsoft.com/office/drawing/2014/main" id="{CA09ED17-5404-35D5-9498-3D8E52F1310C}"/>
                </a:ext>
              </a:extLst>
            </p:cNvPr>
            <p:cNvCxnSpPr>
              <a:cxnSpLocks/>
              <a:endCxn id="14" idx="6"/>
            </p:cNvCxnSpPr>
            <p:nvPr/>
          </p:nvCxnSpPr>
          <p:spPr>
            <a:xfrm flipH="1">
              <a:off x="7302415" y="2325185"/>
              <a:ext cx="84473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4B92ECDB-166E-FA84-14D2-DD1984CB4695}"/>
                </a:ext>
              </a:extLst>
            </p:cNvPr>
            <p:cNvSpPr txBox="1"/>
            <p:nvPr/>
          </p:nvSpPr>
          <p:spPr>
            <a:xfrm>
              <a:off x="8056261" y="2304702"/>
              <a:ext cx="2542069" cy="3693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Delete the project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ED9AF2B-9C65-5E7C-2362-8A46838FEA85}"/>
                </a:ext>
              </a:extLst>
            </p:cNvPr>
            <p:cNvSpPr/>
            <p:nvPr/>
          </p:nvSpPr>
          <p:spPr>
            <a:xfrm>
              <a:off x="7001692" y="1459208"/>
              <a:ext cx="300723" cy="296092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5C9B7325-E1BC-444E-757E-ED490EAA2942}"/>
                </a:ext>
              </a:extLst>
            </p:cNvPr>
            <p:cNvCxnSpPr>
              <a:cxnSpLocks/>
              <a:endCxn id="19" idx="6"/>
            </p:cNvCxnSpPr>
            <p:nvPr/>
          </p:nvCxnSpPr>
          <p:spPr>
            <a:xfrm flipH="1">
              <a:off x="7302415" y="1607254"/>
              <a:ext cx="844732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95CC63D6-7E3B-5456-AB89-B447918A00A6}"/>
                </a:ext>
              </a:extLst>
            </p:cNvPr>
            <p:cNvSpPr txBox="1"/>
            <p:nvPr/>
          </p:nvSpPr>
          <p:spPr>
            <a:xfrm>
              <a:off x="8056261" y="1586771"/>
              <a:ext cx="2542069" cy="3693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Update project </a:t>
              </a:r>
              <a:r>
                <a:rPr lang="en-US" dirty="0" err="1"/>
                <a:t>infos</a:t>
              </a:r>
              <a:endParaRPr lang="en-US" dirty="0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BF083BEB-1D4F-7B15-EB15-02B7306FFD91}"/>
                </a:ext>
              </a:extLst>
            </p:cNvPr>
            <p:cNvSpPr/>
            <p:nvPr/>
          </p:nvSpPr>
          <p:spPr>
            <a:xfrm>
              <a:off x="4963886" y="1998431"/>
              <a:ext cx="1942011" cy="487677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9" name="Gerade Verbindung 28">
              <a:extLst>
                <a:ext uri="{FF2B5EF4-FFF2-40B4-BE49-F238E27FC236}">
                  <a16:creationId xmlns:a16="http://schemas.microsoft.com/office/drawing/2014/main" id="{29724365-3990-902A-713D-08939B5B8F63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4615543" y="2242270"/>
              <a:ext cx="348343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2D82A6C5-6149-B658-DC72-6F868D3732DD}"/>
                </a:ext>
              </a:extLst>
            </p:cNvPr>
            <p:cNvSpPr txBox="1"/>
            <p:nvPr/>
          </p:nvSpPr>
          <p:spPr>
            <a:xfrm>
              <a:off x="2211978" y="1633378"/>
              <a:ext cx="2394147" cy="64633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Start session using the project.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112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Macintosh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Prof. Dr. Christoph Grimm</dc:creator>
  <cp:lastModifiedBy>Prof. Dr. Christoph Grimm</cp:lastModifiedBy>
  <cp:revision>2</cp:revision>
  <dcterms:created xsi:type="dcterms:W3CDTF">2025-03-26T20:27:01Z</dcterms:created>
  <dcterms:modified xsi:type="dcterms:W3CDTF">2025-03-26T20:48:31Z</dcterms:modified>
</cp:coreProperties>
</file>