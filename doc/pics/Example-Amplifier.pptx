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>
      <p:cViewPr varScale="1">
        <p:scale>
          <a:sx n="115" d="100"/>
          <a:sy n="115" d="100"/>
        </p:scale>
        <p:origin x="10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E86DD2-F8F3-E2CA-930D-30A34ECEC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4436CAE-A500-3226-7801-12A1EFE45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DAD372-9686-A4B3-1193-CD0270DE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8A0CB7-776F-6E07-9CBF-7A31121A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D9105F-F9F2-7FFD-4F99-6910CA8C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107E18-03A9-F65B-7A52-604823F6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CE483D-BC30-E98A-D758-10C75F075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FD5C20-6272-7084-92B1-8B26B9E3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2A4BF6-A3E2-9684-D452-DBE0BB30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F38024-27EE-4CEF-E1DB-45368B744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9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51D2D-CC07-CB45-E041-3E056EFE7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A3BAB2-B586-6D05-2055-0789898E6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E3D1ED-25D0-4214-059F-1D06B355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04F36A-BC22-C87B-704A-D1C25E2AD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1E1C42-7BA3-501E-250F-3E6826CC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1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1667E-B6BB-0923-25F9-4F54D994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51430-D825-4740-7768-3260A708E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DBBC32-9802-85B7-E16A-12B693157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646AB3-AA43-B7E6-523B-E676266C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347F51-47DB-9030-6C68-D2B7841C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4D4F6A-DF3F-1A95-7A52-313F03E1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28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1B722-3D72-8A3E-CC00-F1643BEE3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F4848-F579-F144-B289-D66B7A87E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A2FBA9-5887-9119-E409-7C23DC694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C4F59A-F20F-E84E-1DF7-2181074FE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3FAFA3-A89C-DFD2-8809-B2AD976B5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8562D70-228D-B0D2-3E19-0804EE8DF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68AC485-B914-0C25-F4D2-015441E8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8C5F109-904E-645B-5FA3-607EF22B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6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9E592-FE3B-18ED-01E1-B8D10D7E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CCD4AFC-6690-D683-0983-DFC94A4EC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85EA72-97A4-3BC2-80B9-80B1F500F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7D8628-DC94-6D66-29FD-258FDDF5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2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FBBE70A-AE11-F58F-CB0D-755B91F9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DB83D8-EC27-E28A-8ADB-B86D60310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DE5E2A-0178-88BD-4742-8CFE20122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6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3989B9-283D-2B74-6A2A-27C122A0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07B395-4AA6-AD48-4E3D-D9C57DDC6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38EB22-A030-B7F6-9E2A-CE514D732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B310B2B-66B9-CD3A-9D83-F5FC995A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8936E3-ED89-668F-79B8-5986B95B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40E1AF-5627-5BE0-903F-3306CAE0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9190BA-3EC5-5394-ABAB-8586070F8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8258C2-FF7A-EE43-AB6C-29A5F8656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522637-1430-BC1A-2D0A-C231EE703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6BECB2-3905-C81B-D8DC-545DFA71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D5304B-EE8E-1CD3-138C-E3C9FB03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3DA361E-8AA0-99BE-EE1B-7EC08FFFD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5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498EE-CCC4-A113-513B-3BA5D861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A6D03D-54B8-4312-7C65-26E5B85C8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1437FC-24E3-A4BD-46DA-80870BD0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2F6ABF-5073-3AB4-B6DF-00E109DC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340FD0-6837-4C74-C7AA-EE3EDF83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14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D4307D5-FA15-1486-BAEB-C1436091E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D072FC-25AE-261D-70B0-2153F5AB7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99CD9A-FF0F-D421-7655-B515D3CC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C7CEBC-EA2F-98A1-344A-558F2EDC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917B54-F9A3-3FE1-D6C1-01809161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6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712278-6505-CE37-134B-EBC3D0902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FD12CA-363D-0527-09C8-0C905B23B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1231C0-948F-14E8-AB69-2E79CFC12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C3E80-C45C-844E-98CB-E40B16335B32}" type="datetimeFigureOut">
              <a:rPr lang="en-US" smtClean="0"/>
              <a:t>9/19/23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E6D9D-A549-C0CC-AF70-86FE9C6B6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97F69-6D1A-B868-EDB5-000FB9350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D055B-7CE0-CF4C-9D1D-40AB84ED556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8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058000B-640F-7F32-D6A3-681D59FC8A2B}"/>
              </a:ext>
            </a:extLst>
          </p:cNvPr>
          <p:cNvGrpSpPr/>
          <p:nvPr/>
        </p:nvGrpSpPr>
        <p:grpSpPr>
          <a:xfrm>
            <a:off x="2647740" y="2486722"/>
            <a:ext cx="6896520" cy="1555700"/>
            <a:chOff x="1823408" y="1237785"/>
            <a:chExt cx="6896520" cy="1555700"/>
          </a:xfrm>
        </p:grpSpPr>
        <p:sp>
          <p:nvSpPr>
            <p:cNvPr id="4" name="Dreieck 3">
              <a:extLst>
                <a:ext uri="{FF2B5EF4-FFF2-40B4-BE49-F238E27FC236}">
                  <a16:creationId xmlns:a16="http://schemas.microsoft.com/office/drawing/2014/main" id="{022A2569-B4B8-1B4F-8B2C-2B2C04BAC23B}"/>
                </a:ext>
              </a:extLst>
            </p:cNvPr>
            <p:cNvSpPr/>
            <p:nvPr/>
          </p:nvSpPr>
          <p:spPr>
            <a:xfrm rot="5400000">
              <a:off x="2817056" y="1805933"/>
              <a:ext cx="1060704" cy="91440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Dreieck 4">
              <a:extLst>
                <a:ext uri="{FF2B5EF4-FFF2-40B4-BE49-F238E27FC236}">
                  <a16:creationId xmlns:a16="http://schemas.microsoft.com/office/drawing/2014/main" id="{84419AC4-8E70-DDE0-4E81-397453326520}"/>
                </a:ext>
              </a:extLst>
            </p:cNvPr>
            <p:cNvSpPr/>
            <p:nvPr/>
          </p:nvSpPr>
          <p:spPr>
            <a:xfrm rot="5400000">
              <a:off x="4798256" y="1805933"/>
              <a:ext cx="1060704" cy="91440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Dreieck 5">
              <a:extLst>
                <a:ext uri="{FF2B5EF4-FFF2-40B4-BE49-F238E27FC236}">
                  <a16:creationId xmlns:a16="http://schemas.microsoft.com/office/drawing/2014/main" id="{2CEF357D-5DDF-9FEC-58A2-E41D60601EB8}"/>
                </a:ext>
              </a:extLst>
            </p:cNvPr>
            <p:cNvSpPr/>
            <p:nvPr/>
          </p:nvSpPr>
          <p:spPr>
            <a:xfrm rot="5400000">
              <a:off x="6779456" y="1805933"/>
              <a:ext cx="1060704" cy="91440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Gerade Verbindung 7">
              <a:extLst>
                <a:ext uri="{FF2B5EF4-FFF2-40B4-BE49-F238E27FC236}">
                  <a16:creationId xmlns:a16="http://schemas.microsoft.com/office/drawing/2014/main" id="{209EF871-48A9-5F6F-5584-47F43DB09C85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>
              <a:off x="2175641" y="2263133"/>
              <a:ext cx="7145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31EE998A-B121-27D2-2D96-0BA6B709DD66}"/>
                </a:ext>
              </a:extLst>
            </p:cNvPr>
            <p:cNvCxnSpPr>
              <a:cxnSpLocks/>
              <a:endCxn id="5" idx="3"/>
            </p:cNvCxnSpPr>
            <p:nvPr/>
          </p:nvCxnSpPr>
          <p:spPr>
            <a:xfrm>
              <a:off x="3804608" y="2263133"/>
              <a:ext cx="1066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>
              <a:extLst>
                <a:ext uri="{FF2B5EF4-FFF2-40B4-BE49-F238E27FC236}">
                  <a16:creationId xmlns:a16="http://schemas.microsoft.com/office/drawing/2014/main" id="{A5ADA8EC-F878-77BD-A10F-FBF12BBF149E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5785808" y="2263133"/>
              <a:ext cx="1066800" cy="86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13">
              <a:extLst>
                <a:ext uri="{FF2B5EF4-FFF2-40B4-BE49-F238E27FC236}">
                  <a16:creationId xmlns:a16="http://schemas.microsoft.com/office/drawing/2014/main" id="{879F9624-B757-7A84-3E79-EFA4D521929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008" y="2280461"/>
              <a:ext cx="65177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0CCC0D94-A0C2-0830-05F0-B83FCE8AE3D1}"/>
                </a:ext>
              </a:extLst>
            </p:cNvPr>
            <p:cNvSpPr txBox="1"/>
            <p:nvPr/>
          </p:nvSpPr>
          <p:spPr>
            <a:xfrm>
              <a:off x="1823408" y="1893801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Vin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56231CC-810C-9AC8-16A3-13E973131424}"/>
                </a:ext>
              </a:extLst>
            </p:cNvPr>
            <p:cNvSpPr txBox="1"/>
            <p:nvPr/>
          </p:nvSpPr>
          <p:spPr>
            <a:xfrm>
              <a:off x="8092897" y="1893801"/>
              <a:ext cx="6270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Vout</a:t>
              </a:r>
              <a:endParaRPr lang="en-US" dirty="0"/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6D8B5078-6859-0582-A448-1B312DBA610A}"/>
                </a:ext>
              </a:extLst>
            </p:cNvPr>
            <p:cNvSpPr txBox="1"/>
            <p:nvPr/>
          </p:nvSpPr>
          <p:spPr>
            <a:xfrm>
              <a:off x="3065119" y="1237785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LNA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88CE10A6-207B-FBBC-C78E-75528F574DB2}"/>
                </a:ext>
              </a:extLst>
            </p:cNvPr>
            <p:cNvSpPr txBox="1"/>
            <p:nvPr/>
          </p:nvSpPr>
          <p:spPr>
            <a:xfrm>
              <a:off x="4858720" y="1241567"/>
              <a:ext cx="814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Stage2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2B704787-7DB5-1153-7682-7896C4C7C3BB}"/>
                </a:ext>
              </a:extLst>
            </p:cNvPr>
            <p:cNvSpPr txBox="1"/>
            <p:nvPr/>
          </p:nvSpPr>
          <p:spPr>
            <a:xfrm>
              <a:off x="6902453" y="1237785"/>
              <a:ext cx="7782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Power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08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ms001353@mslic.uni-kl.de</dc:creator>
  <cp:lastModifiedBy>ms001353@mslic.uni-kl.de</cp:lastModifiedBy>
  <cp:revision>1</cp:revision>
  <dcterms:created xsi:type="dcterms:W3CDTF">2023-09-19T12:01:07Z</dcterms:created>
  <dcterms:modified xsi:type="dcterms:W3CDTF">2023-09-19T12:06:10Z</dcterms:modified>
</cp:coreProperties>
</file>