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9"/>
    <p:restoredTop sz="94694"/>
  </p:normalViewPr>
  <p:slideViewPr>
    <p:cSldViewPr snapToGrid="0" snapToObjects="1">
      <p:cViewPr varScale="1">
        <p:scale>
          <a:sx n="78" d="100"/>
          <a:sy n="78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E413B-4E51-D341-B78E-5BB04C9AD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53B864-4CC7-584B-9D9A-1B4212709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5ECF16-28B6-1B4B-B202-ACE6A2C4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C0C653-E3F4-3241-9AAD-252D1D4C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F4AD8F-D054-D943-8B96-DCDE5D2D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104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28DFC-A906-2440-B5DA-D8A60C17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840335-F732-4745-8448-956EEBECA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156156-7423-134E-A8B5-869728AA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4BF875-DA94-9447-8532-A53D833B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FEF170-D5F8-C747-9110-AD5C4351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50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88B5E-CCEC-B249-B456-6842B050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FC29A8-20DB-9E47-A73A-A398EB7DE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F8865F-1774-FF40-B92D-D588DF4F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9EBF2-A8B1-3646-8A33-E25490C1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3FD17D-C998-4A41-AB7A-FA4D53D7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83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1A6D1-8C08-8C48-985D-FF7836720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D971E3-4AD0-324C-9D9A-0AC78CF41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FBE95B-FBF7-1E44-A4F4-9D866CBDB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F194B0-5FEF-A540-9929-4AFDBF37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699007-0185-6843-A797-AA29A1AF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00F8F5-ECA6-CF42-8307-E3A561BD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47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4F673-BA9B-BF47-86DC-F1B11F2F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A0352D-F8DB-B847-A80D-83D5490D3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3BB7A0-F7A7-3145-BD89-4A6D68A50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69904D2-35B0-B24C-8E00-C0455A94A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F18A2E-0C9D-314F-A581-8E1D526A5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ABDCDC-80B0-7442-BA68-F6AA391B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700D258-0C7B-9749-AA76-95FDED3C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4DA0F3-D304-4E4B-ABC4-63087C93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027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4ECC3-E201-BB48-BFD1-B1C4C989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A31D19-6B34-5341-A13B-6371C78D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A967AC-D387-8941-8D20-6C1DDF0B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282E3F-49E5-BD48-85A4-FAB35F15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91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1C1DFC-B361-2B4D-BA20-860209D3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39AB5D9-8741-E34A-8CB9-8B6C64F2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F2BD41-2F43-9B4C-B66B-7FC5788D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57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6FF866-4164-F546-9575-C961CEFC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CAE81F-A088-9A4A-A5F9-F92CF3479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EA399F-40F2-2640-B25E-0C25B4F1D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C3B4E6-1970-E845-838D-F4F88C24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919D90-7E3A-324E-BF8F-411E48C6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9B141B-A11B-E840-BBA1-9FDBA004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37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19FCA-88C7-D04F-B864-1F6D50AE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62B0E7-0CE0-A74A-ABCE-CE202DD74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CF67F8-5AC8-0749-B99E-893F19DF8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F3843F-F3B1-D74E-8C66-63BA2EE4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043AFB-4BEC-1D4C-A6FC-A8EB7363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A4A3D8-594E-A24B-A7D2-496EDAC9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31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0880F-F73C-564D-9FE8-53676F5D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5438D0-4FCB-854C-9093-7813A0767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72CEB-03E2-E54E-B586-B7045B97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9582B8-37E5-7249-B159-08E9BEA4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F5C6CF-70FD-6F4C-99AA-4F3A368C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744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5B5BE9-65C8-A845-832B-C1122AF07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656B1B-466E-3A43-B5F9-970632D38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EF3AB0-F34A-8447-A01B-4AC7E0EC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443104-4A99-6C4C-A287-BB3C8F187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384BB3-353F-FB4A-9FF9-83A6AB87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66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608739-0461-E74E-8F05-C73C46CB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F8D559-65E4-1A4B-BFBA-8DC139A91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E045A3-5980-1F46-896C-4023DC4FF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D04D5-E847-114E-B12F-30F2E52AE5AA}" type="datetimeFigureOut">
              <a:rPr lang="de-DE" smtClean="0"/>
              <a:t>12.09.2022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B2EAC-FE32-4144-B651-36660574A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5A6C06-16B0-5546-B2D0-39BB20546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3B817-5428-1F45-BFF9-5F9339CF13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20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2B57A097-06C7-C342-8182-86EF4BD503AA}"/>
              </a:ext>
            </a:extLst>
          </p:cNvPr>
          <p:cNvSpPr/>
          <p:nvPr/>
        </p:nvSpPr>
        <p:spPr>
          <a:xfrm>
            <a:off x="4508937" y="2112582"/>
            <a:ext cx="2364828" cy="23648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3E09F73-327D-7F45-9C52-AB6F68D6029E}"/>
              </a:ext>
            </a:extLst>
          </p:cNvPr>
          <p:cNvSpPr txBox="1"/>
          <p:nvPr/>
        </p:nvSpPr>
        <p:spPr>
          <a:xfrm>
            <a:off x="4498428" y="2782613"/>
            <a:ext cx="2364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noProof="1"/>
              <a:t>Sys</a:t>
            </a:r>
            <a:r>
              <a:rPr lang="de-DE" sz="2000" dirty="0"/>
              <a:t> </a:t>
            </a:r>
            <a:r>
              <a:rPr lang="de-DE" sz="6000" dirty="0">
                <a:solidFill>
                  <a:schemeClr val="accent1">
                    <a:lumMod val="75000"/>
                  </a:schemeClr>
                </a:solidFill>
              </a:rPr>
              <a:t>MD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7D58E12-0D0E-5B48-AACB-1C127B5179F6}"/>
              </a:ext>
            </a:extLst>
          </p:cNvPr>
          <p:cNvSpPr/>
          <p:nvPr/>
        </p:nvSpPr>
        <p:spPr>
          <a:xfrm>
            <a:off x="5608572" y="2970560"/>
            <a:ext cx="1160089" cy="637981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987A5A4-8B17-904B-9CA2-5CA5EC4AA1F7}"/>
              </a:ext>
            </a:extLst>
          </p:cNvPr>
          <p:cNvSpPr txBox="1"/>
          <p:nvPr/>
        </p:nvSpPr>
        <p:spPr>
          <a:xfrm>
            <a:off x="1495749" y="2782613"/>
            <a:ext cx="2364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noProof="1"/>
              <a:t>Sys</a:t>
            </a:r>
            <a:r>
              <a:rPr lang="de-DE" sz="2000" dirty="0"/>
              <a:t> </a:t>
            </a:r>
            <a:r>
              <a:rPr lang="de-DE" sz="6000" dirty="0">
                <a:solidFill>
                  <a:schemeClr val="accent1">
                    <a:lumMod val="75000"/>
                  </a:schemeClr>
                </a:solidFill>
              </a:rPr>
              <a:t>MD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488D55C2-EB9F-F846-97D3-81E914B0A001}"/>
              </a:ext>
            </a:extLst>
          </p:cNvPr>
          <p:cNvSpPr/>
          <p:nvPr/>
        </p:nvSpPr>
        <p:spPr>
          <a:xfrm>
            <a:off x="2605893" y="2970560"/>
            <a:ext cx="1160089" cy="637981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85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ms001353@mslic.uni-kl.de</dc:creator>
  <cp:lastModifiedBy>ms001353@mslic.uni-kl.de</cp:lastModifiedBy>
  <cp:revision>6</cp:revision>
  <dcterms:created xsi:type="dcterms:W3CDTF">2022-01-19T20:48:12Z</dcterms:created>
  <dcterms:modified xsi:type="dcterms:W3CDTF">2022-09-12T09:49:19Z</dcterms:modified>
</cp:coreProperties>
</file>