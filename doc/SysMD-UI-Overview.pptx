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84C0F-F3B4-41E6-9084-A8987A53D1A7}" v="10" dt="2026-06-14T20:48:59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58"/>
  </p:normalViewPr>
  <p:slideViewPr>
    <p:cSldViewPr snapToGrid="0">
      <p:cViewPr varScale="1">
        <p:scale>
          <a:sx n="113" d="100"/>
          <a:sy n="113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9EE0C-20AC-C6E8-FD1D-C1DCD18DB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D62D8E-FC91-27A2-6AFD-5DE5B3E57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F3220-9996-4695-EC40-9F8C279E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EF9BE4-01F6-DE7D-5C63-D29975A3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11C20-F8CB-DA21-55B0-C9420035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1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96DBE-9EF2-05AA-9900-09DF169F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CF1DDB-0949-85D2-CC26-B516AC06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6CB8E2-3BD4-75AC-953F-5D3308D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2AF894-DEF0-9068-ACF4-07EC3B70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6B7CE-9AD0-8A25-231E-FDD8DB46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7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D0CF0-6405-B88E-7F75-7539EE59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CCEE4-20E5-6A3D-FB16-B45808CBE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69DA4A-3988-3BC2-405E-5C88FA42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A7AA4-7661-6A68-41D7-C5ECDB4B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C7341F-FD6F-6842-0867-FE837990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4AF50-BFD7-042C-934E-2AF0E71B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291718-E6FB-1792-1B52-AEA13D41B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410FE2-44C1-4D52-1680-B48E17C2A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6EB04B-4B3C-3C61-7D66-762E31CF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C58E47-A133-0550-3F12-3B0EBEC4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495E99-EB79-E9C7-DE53-C39AA4C9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6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85160-4E18-66C9-CCE7-E0527492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77F1F-C061-07E3-743D-79CA8E291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CDCF58-F08E-C837-D291-9D9EC069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684AEA-44B6-994F-F0B5-30C0C7056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B05FDD-31D4-025A-2F9A-DB8EBC869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E30257-2AE5-4B62-8FA0-D74F6101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D0D4835-123C-74BA-E692-9B084B4D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F70197-9788-69CE-DF5E-B4638917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9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9F412-0D71-FEBD-4971-763544B2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18DDCD-D2BD-1053-9AF5-2FDF9641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0BB122-945A-BA14-42E2-98BCD61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A05312-B951-19A3-EDF5-4518B3AA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8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FBBC6A-CF3B-10DF-13DB-F27F0576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B86C76-E05B-A0F6-F97B-CB1EBE11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6818A4-16A2-CF8E-702D-98199DB3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3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32681-6B44-7BD8-B01B-97A8D556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9621A1-18AB-0F03-FAF0-239FA5A4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1BDC9F-43BF-342F-E0ED-9116E4733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232128-F8ED-663C-ECA1-42FD281C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B5346E-2971-1814-AC7F-BCE07C94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DEF094-0B2A-268D-C2B2-2EE0C38A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C7B1E-EDF0-C063-28EB-B0E0AD31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86CDF9-84C9-A2AE-C621-FCCD34FF7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83B217-D3C1-BB7D-8014-CDEEC932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28C454-8318-48A8-4196-13B85FFB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271A56-5360-5B23-3E60-B7D520C5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C2C862-3880-D11A-66CA-107F0137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5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F8FAD-6159-CE3C-1E95-640B681B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58D204-AAAB-4E60-138A-1ACEEDC47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BD11A1-2BCB-5090-EF45-A1C9A40C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1ED3FD-187B-C011-8221-A473A9EE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E3708-98BA-F517-1099-B52BB7E4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199983-C7CB-F53E-5675-C9CD74F6F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70247A-9CA0-70E4-022B-A07F169E6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221A81-6626-8BAE-1482-6DEFD339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6F5F87-AA22-E83B-EFC0-5C641A17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2A9BC-AF96-971B-5F3A-0AAF365B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3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CF9AC7-1F06-BE0E-08DA-321FFE3C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B252F-3871-282C-9378-B20A252D0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1E94E3-A97C-60A5-F397-2D709F880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B0043-DED6-4018-A4C7-109A7B2F0711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F8BCC8-E2D7-9968-8CDB-8E10695D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2E7F64-1A45-C3AA-B3B7-AF127BF79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08E30-F285-4F07-BA03-FDB070BFA50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5BBA478-84BD-D1E0-EDEC-30FA73379700}"/>
              </a:ext>
            </a:extLst>
          </p:cNvPr>
          <p:cNvGrpSpPr/>
          <p:nvPr/>
        </p:nvGrpSpPr>
        <p:grpSpPr>
          <a:xfrm>
            <a:off x="885774" y="376027"/>
            <a:ext cx="10773079" cy="6291298"/>
            <a:chOff x="885774" y="376027"/>
            <a:chExt cx="10773079" cy="6291298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9F645C3A-D85B-577D-82DD-602E2DF65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774" y="376027"/>
              <a:ext cx="10773079" cy="628983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2B5EC508-3698-8D38-AD38-EBD38AB18ABF}"/>
                </a:ext>
              </a:extLst>
            </p:cNvPr>
            <p:cNvSpPr/>
            <p:nvPr/>
          </p:nvSpPr>
          <p:spPr>
            <a:xfrm>
              <a:off x="901294" y="1096548"/>
              <a:ext cx="2169829" cy="5570777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2F0493AF-37B6-133A-237F-831F3AC54262}"/>
                </a:ext>
              </a:extLst>
            </p:cNvPr>
            <p:cNvSpPr txBox="1"/>
            <p:nvPr/>
          </p:nvSpPr>
          <p:spPr>
            <a:xfrm>
              <a:off x="885774" y="4747622"/>
              <a:ext cx="2273379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rgbClr val="0070C0"/>
                  </a:solidFill>
                </a:rPr>
                <a:t>Navigation </a:t>
              </a:r>
              <a:r>
                <a:rPr lang="de-DE" sz="1600" b="1" dirty="0" err="1">
                  <a:solidFill>
                    <a:srgbClr val="0070C0"/>
                  </a:solidFill>
                </a:rPr>
                <a:t>pane</a:t>
              </a:r>
              <a:r>
                <a:rPr lang="de-DE" sz="1600" b="1" dirty="0">
                  <a:solidFill>
                    <a:srgbClr val="0070C0"/>
                  </a:solidFill>
                </a:rPr>
                <a:t> (</a:t>
              </a:r>
              <a:r>
                <a:rPr lang="de-DE" sz="1600" b="1" dirty="0" err="1">
                  <a:solidFill>
                    <a:srgbClr val="0070C0"/>
                  </a:solidFill>
                </a:rPr>
                <a:t>left</a:t>
              </a:r>
              <a:r>
                <a:rPr lang="de-DE" sz="1600" b="1" dirty="0">
                  <a:solidFill>
                    <a:srgbClr val="0070C0"/>
                  </a:solidFill>
                </a:rPr>
                <a:t>):</a:t>
              </a:r>
              <a:br>
                <a:rPr lang="de-DE" sz="1600" dirty="0">
                  <a:solidFill>
                    <a:srgbClr val="0070C0"/>
                  </a:solidFill>
                </a:rPr>
              </a:br>
              <a:r>
                <a:rPr lang="de-DE" sz="1600" dirty="0">
                  <a:solidFill>
                    <a:srgbClr val="0070C0"/>
                  </a:solidFill>
                </a:rPr>
                <a:t>Projects, </a:t>
              </a:r>
              <a:br>
                <a:rPr lang="de-DE" sz="1600" dirty="0">
                  <a:solidFill>
                    <a:srgbClr val="0070C0"/>
                  </a:solidFill>
                </a:rPr>
              </a:br>
              <a:r>
                <a:rPr lang="de-DE" sz="1600" dirty="0">
                  <a:solidFill>
                    <a:srgbClr val="0070C0"/>
                  </a:solidFill>
                </a:rPr>
                <a:t>Ownership </a:t>
              </a:r>
              <a:r>
                <a:rPr lang="de-DE" sz="1600" dirty="0" err="1">
                  <a:solidFill>
                    <a:srgbClr val="0070C0"/>
                  </a:solidFill>
                </a:rPr>
                <a:t>tree</a:t>
              </a:r>
              <a:r>
                <a:rPr lang="de-DE" sz="1600" dirty="0">
                  <a:solidFill>
                    <a:srgbClr val="0070C0"/>
                  </a:solidFill>
                </a:rPr>
                <a:t> (</a:t>
              </a:r>
              <a:r>
                <a:rPr lang="de-DE" sz="1600" dirty="0" err="1">
                  <a:solidFill>
                    <a:srgbClr val="0070C0"/>
                  </a:solidFill>
                </a:rPr>
                <a:t>has</a:t>
              </a:r>
              <a:r>
                <a:rPr lang="de-DE" sz="1600" dirty="0">
                  <a:solidFill>
                    <a:srgbClr val="0070C0"/>
                  </a:solidFill>
                </a:rPr>
                <a:t>-A),</a:t>
              </a:r>
              <a:br>
                <a:rPr lang="de-DE" sz="1600" dirty="0">
                  <a:solidFill>
                    <a:srgbClr val="0070C0"/>
                  </a:solidFill>
                </a:rPr>
              </a:br>
              <a:r>
                <a:rPr lang="de-DE" sz="1600" dirty="0" err="1">
                  <a:solidFill>
                    <a:srgbClr val="0070C0"/>
                  </a:solidFill>
                </a:rPr>
                <a:t>Inheritance</a:t>
              </a:r>
              <a:r>
                <a:rPr lang="de-DE" sz="1600" dirty="0">
                  <a:solidFill>
                    <a:srgbClr val="0070C0"/>
                  </a:solidFill>
                </a:rPr>
                <a:t> </a:t>
              </a:r>
              <a:r>
                <a:rPr lang="de-DE" sz="1600" dirty="0" err="1">
                  <a:solidFill>
                    <a:srgbClr val="0070C0"/>
                  </a:solidFill>
                </a:rPr>
                <a:t>tree</a:t>
              </a:r>
              <a:r>
                <a:rPr lang="de-DE" sz="1600" dirty="0">
                  <a:solidFill>
                    <a:srgbClr val="0070C0"/>
                  </a:solidFill>
                </a:rPr>
                <a:t> (</a:t>
              </a:r>
              <a:r>
                <a:rPr lang="de-DE" sz="1600" dirty="0" err="1">
                  <a:solidFill>
                    <a:srgbClr val="0070C0"/>
                  </a:solidFill>
                </a:rPr>
                <a:t>is</a:t>
              </a:r>
              <a:r>
                <a:rPr lang="de-DE" sz="1600" dirty="0">
                  <a:solidFill>
                    <a:srgbClr val="0070C0"/>
                  </a:solidFill>
                </a:rPr>
                <a:t>-A)</a:t>
              </a:r>
              <a:endParaRPr lang="en-US" sz="1600" dirty="0">
                <a:solidFill>
                  <a:srgbClr val="0070C0"/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0EF5938-5989-FB09-4F75-4044D5B99302}"/>
                </a:ext>
              </a:extLst>
            </p:cNvPr>
            <p:cNvSpPr/>
            <p:nvPr/>
          </p:nvSpPr>
          <p:spPr>
            <a:xfrm>
              <a:off x="3140490" y="1468610"/>
              <a:ext cx="6325175" cy="2201602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8F8CAE7C-6C33-F5AB-3291-0DF6C9FC387A}"/>
                </a:ext>
              </a:extLst>
            </p:cNvPr>
            <p:cNvSpPr/>
            <p:nvPr/>
          </p:nvSpPr>
          <p:spPr>
            <a:xfrm>
              <a:off x="3140490" y="3790030"/>
              <a:ext cx="6325175" cy="2876556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AAC83856-5BD6-67FC-49B1-1432470E4482}"/>
                </a:ext>
              </a:extLst>
            </p:cNvPr>
            <p:cNvSpPr txBox="1"/>
            <p:nvPr/>
          </p:nvSpPr>
          <p:spPr>
            <a:xfrm>
              <a:off x="7698131" y="1467147"/>
              <a:ext cx="17825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 err="1">
                  <a:solidFill>
                    <a:schemeClr val="accent3"/>
                  </a:solidFill>
                </a:rPr>
                <a:t>Document</a:t>
              </a:r>
              <a:r>
                <a:rPr lang="de-DE" sz="1600" b="1" dirty="0">
                  <a:solidFill>
                    <a:schemeClr val="accent3"/>
                  </a:solidFill>
                </a:rPr>
                <a:t> </a:t>
              </a:r>
              <a:r>
                <a:rPr lang="de-DE" sz="1600" b="1" dirty="0" err="1">
                  <a:solidFill>
                    <a:schemeClr val="accent3"/>
                  </a:solidFill>
                </a:rPr>
                <a:t>cell</a:t>
              </a:r>
              <a:r>
                <a:rPr lang="de-DE" sz="1600" b="1" dirty="0">
                  <a:solidFill>
                    <a:schemeClr val="accent3"/>
                  </a:solidFill>
                </a:rPr>
                <a:t>(s)</a:t>
              </a:r>
              <a:endParaRPr lang="en-US" sz="1600" b="1" dirty="0">
                <a:solidFill>
                  <a:schemeClr val="accent3"/>
                </a:solidFill>
              </a:endParaRP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E62A36E0-F0F4-C236-87E9-1CC786DC32EA}"/>
                </a:ext>
              </a:extLst>
            </p:cNvPr>
            <p:cNvSpPr txBox="1"/>
            <p:nvPr/>
          </p:nvSpPr>
          <p:spPr>
            <a:xfrm>
              <a:off x="7484884" y="3788567"/>
              <a:ext cx="198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600" b="1" dirty="0">
                  <a:solidFill>
                    <a:srgbClr val="92D050"/>
                  </a:solidFill>
                </a:rPr>
                <a:t>Code </a:t>
              </a:r>
              <a:r>
                <a:rPr lang="de-DE" sz="1600" b="1" dirty="0" err="1">
                  <a:solidFill>
                    <a:srgbClr val="92D050"/>
                  </a:solidFill>
                </a:rPr>
                <a:t>cell</a:t>
              </a:r>
              <a:r>
                <a:rPr lang="de-DE" sz="1600" b="1" dirty="0">
                  <a:solidFill>
                    <a:srgbClr val="92D050"/>
                  </a:solidFill>
                </a:rPr>
                <a:t>(s)</a:t>
              </a:r>
              <a:endParaRPr lang="en-US" sz="1600" b="1" dirty="0">
                <a:solidFill>
                  <a:srgbClr val="92D050"/>
                </a:solidFill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1669E3B-DB80-92D2-1ECF-81235C4930C3}"/>
                </a:ext>
              </a:extLst>
            </p:cNvPr>
            <p:cNvSpPr txBox="1"/>
            <p:nvPr/>
          </p:nvSpPr>
          <p:spPr>
            <a:xfrm>
              <a:off x="7484883" y="5940112"/>
              <a:ext cx="198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600" b="1" dirty="0">
                  <a:solidFill>
                    <a:srgbClr val="92D050"/>
                  </a:solidFill>
                </a:rPr>
                <a:t>Solver </a:t>
              </a:r>
              <a:r>
                <a:rPr lang="de-DE" sz="1600" b="1" dirty="0" err="1">
                  <a:solidFill>
                    <a:srgbClr val="92D050"/>
                  </a:solidFill>
                </a:rPr>
                <a:t>results</a:t>
              </a:r>
              <a:endParaRPr lang="en-US" sz="1600" b="1" dirty="0">
                <a:solidFill>
                  <a:srgbClr val="92D050"/>
                </a:solidFill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05BA06AD-3CD0-C3CA-E7DB-ACA7306DE6B9}"/>
                </a:ext>
              </a:extLst>
            </p:cNvPr>
            <p:cNvSpPr/>
            <p:nvPr/>
          </p:nvSpPr>
          <p:spPr>
            <a:xfrm>
              <a:off x="9554749" y="1095818"/>
              <a:ext cx="2104103" cy="557077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D9AC4057-2558-6AA8-EF9C-863991B4CD83}"/>
                </a:ext>
              </a:extLst>
            </p:cNvPr>
            <p:cNvSpPr txBox="1"/>
            <p:nvPr/>
          </p:nvSpPr>
          <p:spPr>
            <a:xfrm>
              <a:off x="9539229" y="4755410"/>
              <a:ext cx="18943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accent2"/>
                  </a:solidFill>
                </a:rPr>
                <a:t>Board </a:t>
              </a:r>
              <a:r>
                <a:rPr lang="de-DE" sz="1600" b="1" dirty="0" err="1">
                  <a:solidFill>
                    <a:schemeClr val="accent2"/>
                  </a:solidFill>
                </a:rPr>
                <a:t>pane</a:t>
              </a:r>
              <a:r>
                <a:rPr lang="de-DE" sz="1600" b="1" dirty="0">
                  <a:solidFill>
                    <a:schemeClr val="accent2"/>
                  </a:solidFill>
                </a:rPr>
                <a:t> (</a:t>
              </a:r>
              <a:r>
                <a:rPr lang="de-DE" sz="1600" b="1" dirty="0" err="1">
                  <a:solidFill>
                    <a:schemeClr val="accent2"/>
                  </a:solidFill>
                </a:rPr>
                <a:t>right</a:t>
              </a:r>
              <a:r>
                <a:rPr lang="de-DE" sz="1600" b="1" dirty="0">
                  <a:solidFill>
                    <a:schemeClr val="accent2"/>
                  </a:solidFill>
                </a:rPr>
                <a:t>):</a:t>
              </a:r>
            </a:p>
            <a:p>
              <a:r>
                <a:rPr lang="de-DE" sz="1600" dirty="0">
                  <a:solidFill>
                    <a:schemeClr val="accent2"/>
                  </a:solidFill>
                </a:rPr>
                <a:t>Errors, </a:t>
              </a:r>
              <a:r>
                <a:rPr lang="de-DE" sz="1600" dirty="0" err="1">
                  <a:solidFill>
                    <a:schemeClr val="accent2"/>
                  </a:solidFill>
                </a:rPr>
                <a:t>Issues</a:t>
              </a:r>
              <a:r>
                <a:rPr lang="de-DE" sz="1600" dirty="0">
                  <a:solidFill>
                    <a:schemeClr val="accent2"/>
                  </a:solidFill>
                </a:rPr>
                <a:t>, </a:t>
              </a:r>
              <a:br>
                <a:rPr lang="de-DE" sz="1600" dirty="0">
                  <a:solidFill>
                    <a:schemeClr val="accent2"/>
                  </a:solidFill>
                </a:rPr>
              </a:br>
              <a:r>
                <a:rPr lang="de-DE" sz="1600" dirty="0">
                  <a:solidFill>
                    <a:schemeClr val="accent2"/>
                  </a:solidFill>
                </a:rPr>
                <a:t>Messages</a:t>
              </a:r>
              <a:endParaRPr lang="en-US" sz="1600" dirty="0">
                <a:solidFill>
                  <a:schemeClr val="accent2"/>
                </a:solidFill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6F49C4D9-E190-6A6F-B481-0E7A86B124DE}"/>
                </a:ext>
              </a:extLst>
            </p:cNvPr>
            <p:cNvSpPr/>
            <p:nvPr/>
          </p:nvSpPr>
          <p:spPr>
            <a:xfrm>
              <a:off x="3147196" y="1096638"/>
              <a:ext cx="6325175" cy="322259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C2545D97-82FB-BCDD-8D29-86ADD779769E}"/>
                </a:ext>
              </a:extLst>
            </p:cNvPr>
            <p:cNvSpPr txBox="1"/>
            <p:nvPr/>
          </p:nvSpPr>
          <p:spPr>
            <a:xfrm>
              <a:off x="7914052" y="1091877"/>
              <a:ext cx="156305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accent5"/>
                  </a:solidFill>
                </a:rPr>
                <a:t>Files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of</a:t>
              </a:r>
              <a:r>
                <a:rPr lang="de-DE" sz="1600" b="1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project</a:t>
              </a:r>
              <a:endParaRPr lang="en-US" sz="1600" b="1" dirty="0">
                <a:solidFill>
                  <a:schemeClr val="accent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496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BC2C5EB-29DF-8AD4-C763-48F5BDCA4F64}"/>
              </a:ext>
            </a:extLst>
          </p:cNvPr>
          <p:cNvGrpSpPr/>
          <p:nvPr/>
        </p:nvGrpSpPr>
        <p:grpSpPr>
          <a:xfrm>
            <a:off x="327922" y="857643"/>
            <a:ext cx="10753135" cy="5732343"/>
            <a:chOff x="327922" y="857643"/>
            <a:chExt cx="10753135" cy="5732343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B7581A25-CB23-E431-A667-DBDDAB141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21" r="3008"/>
            <a:stretch>
              <a:fillRect/>
            </a:stretch>
          </p:blipFill>
          <p:spPr>
            <a:xfrm>
              <a:off x="3928768" y="857644"/>
              <a:ext cx="3576228" cy="562829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A8D1B6F-8AF1-5122-40A8-E738D708E88E}"/>
                </a:ext>
              </a:extLst>
            </p:cNvPr>
            <p:cNvSpPr/>
            <p:nvPr/>
          </p:nvSpPr>
          <p:spPr>
            <a:xfrm>
              <a:off x="3897057" y="1399978"/>
              <a:ext cx="1885735" cy="945925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F6C51A00-E71A-0885-3FD9-D15A2DE2F143}"/>
                </a:ext>
              </a:extLst>
            </p:cNvPr>
            <p:cNvSpPr/>
            <p:nvPr/>
          </p:nvSpPr>
          <p:spPr>
            <a:xfrm>
              <a:off x="3897057" y="2809416"/>
              <a:ext cx="1885735" cy="570712"/>
            </a:xfrm>
            <a:prstGeom prst="rect">
              <a:avLst/>
            </a:prstGeom>
            <a:noFill/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899AC39-A084-BDEA-3393-751A733B9BBA}"/>
                </a:ext>
              </a:extLst>
            </p:cNvPr>
            <p:cNvSpPr/>
            <p:nvPr/>
          </p:nvSpPr>
          <p:spPr>
            <a:xfrm>
              <a:off x="6438637" y="857643"/>
              <a:ext cx="1154036" cy="586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CE1C0B6-0C05-4B1B-A23C-899D987F214E}"/>
                </a:ext>
              </a:extLst>
            </p:cNvPr>
            <p:cNvSpPr/>
            <p:nvPr/>
          </p:nvSpPr>
          <p:spPr>
            <a:xfrm>
              <a:off x="6438637" y="4598275"/>
              <a:ext cx="1154036" cy="1991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5480D7D-8010-25C3-1EC4-AD0939DA296B}"/>
                </a:ext>
              </a:extLst>
            </p:cNvPr>
            <p:cNvSpPr txBox="1"/>
            <p:nvPr/>
          </p:nvSpPr>
          <p:spPr>
            <a:xfrm>
              <a:off x="327922" y="945931"/>
              <a:ext cx="2774731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Project in Session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Files </a:t>
              </a:r>
              <a:r>
                <a:rPr lang="de-DE" dirty="0" err="1"/>
                <a:t>are</a:t>
              </a:r>
              <a:r>
                <a:rPr lang="de-DE" dirty="0"/>
                <a:t> </a:t>
              </a:r>
              <a:r>
                <a:rPr lang="de-DE" dirty="0" err="1"/>
                <a:t>shown</a:t>
              </a:r>
              <a:endParaRPr lang="de-DE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Can </a:t>
              </a:r>
              <a:r>
                <a:rPr lang="de-DE" dirty="0" err="1"/>
                <a:t>be</a:t>
              </a:r>
              <a:r>
                <a:rPr lang="de-DE" dirty="0"/>
                <a:t> </a:t>
              </a:r>
              <a:r>
                <a:rPr lang="de-DE" dirty="0" err="1"/>
                <a:t>opened</a:t>
              </a:r>
              <a:r>
                <a:rPr lang="de-DE" dirty="0"/>
                <a:t> in </a:t>
              </a:r>
              <a:r>
                <a:rPr lang="de-DE" dirty="0" err="1"/>
                <a:t>tabs</a:t>
              </a:r>
              <a:endParaRPr lang="de-DE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 err="1"/>
                <a:t>Compile</a:t>
              </a:r>
              <a:r>
                <a:rPr lang="de-DE" dirty="0"/>
                <a:t>, </a:t>
              </a:r>
              <a:r>
                <a:rPr lang="de-DE" dirty="0" err="1"/>
                <a:t>Solve</a:t>
              </a:r>
              <a:r>
                <a:rPr lang="de-DE" dirty="0"/>
                <a:t>, …</a:t>
              </a:r>
              <a:endParaRPr lang="en-US" dirty="0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46A7940-82C7-A3E5-A659-14D6FC9ACF01}"/>
                </a:ext>
              </a:extLst>
            </p:cNvPr>
            <p:cNvSpPr txBox="1"/>
            <p:nvPr/>
          </p:nvSpPr>
          <p:spPr>
            <a:xfrm>
              <a:off x="327922" y="2779963"/>
              <a:ext cx="2774731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Project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Can </a:t>
              </a:r>
              <a:r>
                <a:rPr lang="de-DE" dirty="0" err="1"/>
                <a:t>be</a:t>
              </a:r>
              <a:r>
                <a:rPr lang="de-DE" dirty="0"/>
                <a:t> </a:t>
              </a:r>
              <a:r>
                <a:rPr lang="de-DE" dirty="0" err="1"/>
                <a:t>selected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br>
                <a:rPr lang="de-DE" dirty="0"/>
              </a:br>
              <a:r>
                <a:rPr lang="de-DE" dirty="0"/>
                <a:t>Click</a:t>
              </a:r>
              <a:endParaRPr lang="en-US" dirty="0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1650C23-3E83-4B90-BA7C-348175D9E490}"/>
                </a:ext>
              </a:extLst>
            </p:cNvPr>
            <p:cNvSpPr txBox="1"/>
            <p:nvPr/>
          </p:nvSpPr>
          <p:spPr>
            <a:xfrm>
              <a:off x="8248518" y="938313"/>
              <a:ext cx="2774731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Project Menu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Can </a:t>
              </a:r>
              <a:r>
                <a:rPr lang="de-DE" dirty="0" err="1"/>
                <a:t>be</a:t>
              </a:r>
              <a:r>
                <a:rPr lang="de-DE" dirty="0"/>
                <a:t> </a:t>
              </a:r>
              <a:r>
                <a:rPr lang="de-DE" dirty="0" err="1"/>
                <a:t>selected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br>
                <a:rPr lang="de-DE" dirty="0"/>
              </a:br>
              <a:r>
                <a:rPr lang="de-DE" dirty="0"/>
                <a:t>Right/double Click</a:t>
              </a:r>
              <a:endParaRPr lang="en-US" dirty="0"/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D47AE5F8-138D-4735-15BB-E30A36FE8FA4}"/>
                </a:ext>
              </a:extLst>
            </p:cNvPr>
            <p:cNvCxnSpPr>
              <a:cxnSpLocks/>
              <a:stCxn id="16" idx="3"/>
              <a:endCxn id="6" idx="1"/>
            </p:cNvCxnSpPr>
            <p:nvPr/>
          </p:nvCxnSpPr>
          <p:spPr>
            <a:xfrm>
              <a:off x="3102653" y="1546096"/>
              <a:ext cx="794404" cy="326845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AFB28E6-5B0A-0EBA-F53F-003A7D6475E2}"/>
                </a:ext>
              </a:extLst>
            </p:cNvPr>
            <p:cNvCxnSpPr>
              <a:cxnSpLocks/>
              <a:stCxn id="18" idx="3"/>
              <a:endCxn id="8" idx="1"/>
            </p:cNvCxnSpPr>
            <p:nvPr/>
          </p:nvCxnSpPr>
          <p:spPr>
            <a:xfrm flipV="1">
              <a:off x="3102653" y="3094772"/>
              <a:ext cx="794404" cy="146856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43E1315F-1851-33A6-5A16-219E0C5CC4F5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7479555" y="1399978"/>
              <a:ext cx="768963" cy="1221832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8AC10498-0AA3-63D7-2189-A26189E0C2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0333" y="1583931"/>
              <a:ext cx="25441" cy="2429228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6F54B9E5-D1A9-580E-186C-253A041D22AC}"/>
                </a:ext>
              </a:extLst>
            </p:cNvPr>
            <p:cNvSpPr txBox="1"/>
            <p:nvPr/>
          </p:nvSpPr>
          <p:spPr>
            <a:xfrm>
              <a:off x="8306326" y="4596960"/>
              <a:ext cx="2774731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b="1" dirty="0"/>
                <a:t>Project Menu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Can </a:t>
              </a:r>
              <a:r>
                <a:rPr lang="de-DE" dirty="0" err="1"/>
                <a:t>be</a:t>
              </a:r>
              <a:r>
                <a:rPr lang="de-DE" dirty="0"/>
                <a:t> </a:t>
              </a:r>
              <a:r>
                <a:rPr lang="de-DE" dirty="0" err="1"/>
                <a:t>selected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br>
                <a:rPr lang="de-DE" dirty="0"/>
              </a:br>
              <a:r>
                <a:rPr lang="de-DE" dirty="0"/>
                <a:t>Right/double Click</a:t>
              </a:r>
              <a:endParaRPr lang="en-US" dirty="0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27C2C0FC-496A-31E7-C19C-E05F08977476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6199001" y="5058625"/>
              <a:ext cx="2107325" cy="861062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683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12637072C93E54C9E44BE4CCA6D5110" ma:contentTypeVersion="6" ma:contentTypeDescription="Ein neues Dokument erstellen." ma:contentTypeScope="" ma:versionID="4b212ca75ad1b321de192d81e2c86efd">
  <xsd:schema xmlns:xsd="http://www.w3.org/2001/XMLSchema" xmlns:xs="http://www.w3.org/2001/XMLSchema" xmlns:p="http://schemas.microsoft.com/office/2006/metadata/properties" xmlns:ns3="b441eb4a-8736-47e3-b1c3-30578c677ab9" targetNamespace="http://schemas.microsoft.com/office/2006/metadata/properties" ma:root="true" ma:fieldsID="a0276c9d137db3c2d1891bfaf37def85" ns3:_="">
    <xsd:import namespace="b441eb4a-8736-47e3-b1c3-30578c677ab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1eb4a-8736-47e3-b1c3-30578c677ab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1eb4a-8736-47e3-b1c3-30578c677ab9" xsi:nil="true"/>
  </documentManagement>
</p:properties>
</file>

<file path=customXml/itemProps1.xml><?xml version="1.0" encoding="utf-8"?>
<ds:datastoreItem xmlns:ds="http://schemas.openxmlformats.org/officeDocument/2006/customXml" ds:itemID="{CBB70499-D559-444A-80D7-12035BCE0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2837B0-0884-4D5C-837F-FF03268B48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41eb4a-8736-47e3-b1c3-30578c677a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F2B632-08BC-4E76-A30F-B1A3179CED8C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b441eb4a-8736-47e3-b1c3-30578c677ab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Macintosh PowerPoint</Application>
  <PresentationFormat>Breitbild</PresentationFormat>
  <Paragraphs>17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Dr. Christoph Grimm</dc:creator>
  <cp:lastModifiedBy>Prof. Dr. Christoph Grimm</cp:lastModifiedBy>
  <cp:revision>2</cp:revision>
  <dcterms:created xsi:type="dcterms:W3CDTF">2026-06-14T17:19:13Z</dcterms:created>
  <dcterms:modified xsi:type="dcterms:W3CDTF">2026-07-08T16:40:34Z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0x010100812637072C93E54C9E44BE4CCA6D5110</vt:lpwstr>
  </property>
</Properties>
</file>